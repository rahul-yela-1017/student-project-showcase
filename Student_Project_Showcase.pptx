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640080"/>
            <a:ext cx="2194560" cy="219456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2103120"/>
            <a:ext cx="1280160" cy="1280160"/>
          </a:xfrm>
          <a:prstGeom prst="ellipse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79" y="3108960"/>
            <a:ext cx="914400" cy="914400"/>
          </a:xfrm>
          <a:prstGeom prst="ellipse">
            <a:avLst/>
          </a:prstGeom>
          <a:solidFill>
            <a:srgbClr val="50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7498079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STUDENT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PROJECT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CDDCF0"/>
                </a:solidFill>
                <a:latin typeface="Aptos"/>
              </a:defRPr>
            </a:pPr>
            <a:r>
              <a:t>A platform to share ideas, demonstrate skills, and inspire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166360"/>
            <a:ext cx="61264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/>
              <a:t>TEAM GENX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229600" y="53949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IDEAS  •  BUILD  •  SHARE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4A05AF-724C-13B0-7916-64E4343BE70A}"/>
              </a:ext>
            </a:extLst>
          </p:cNvPr>
          <p:cNvCxnSpPr/>
          <p:nvPr/>
        </p:nvCxnSpPr>
        <p:spPr>
          <a:xfrm>
            <a:off x="2066544" y="5394960"/>
            <a:ext cx="1005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What is a Student Project Showcase?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 A digital platform where students publish and present their academic or personal projects.</a:t>
            </a:r>
          </a:p>
          <a:p>
            <a:pPr>
              <a:spcAft>
                <a:spcPts val="16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 Each project includes a title, description, technologies used, and project links.</a:t>
            </a:r>
          </a:p>
          <a:p>
            <a:pPr>
              <a:spcAft>
                <a:spcPts val="16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 Students can share GitHub repositories, demos, and learning outcomes.</a:t>
            </a:r>
          </a:p>
          <a:p>
            <a:pPr>
              <a:spcAft>
                <a:spcPts val="16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•  It helps classmates, teachers, recruiters, and mentors discover student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2.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Why is a dedicated showcase needed?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82296" cy="246888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Scattered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29718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Projects are often spread across folders, GitHub accounts, and presentations.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82296" cy="246888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Low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87168"/>
            <a:ext cx="29718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Good student work may not reach peers, faculty, or potential employers.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82296" cy="2468880"/>
          </a:xfrm>
          <a:prstGeom prst="rect">
            <a:avLst/>
          </a:prstGeom>
          <a:solidFill>
            <a:srgbClr val="78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Hard to 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87168"/>
            <a:ext cx="29718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There may be no simple way to search projects by technology or topic.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142341"/>
                </a:solidFill>
                <a:latin typeface="Aptos"/>
              </a:defRPr>
            </a:pPr>
            <a:r>
              <a:t>Goal: make student projects easy to publish, find, understand, and explore.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3.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What the platform aims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Provide a central place to store and display student projects.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Allow students to add, edit, view, and manage their project details.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Support GitHub and live-demo links for practical evaluation.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Make projects searchable by title, technology, category, or student.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Encourage collaboration, peer learning, and portfolio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4. Target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Who benefits from the system?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560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82296" cy="26517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2148839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Publish projects and build a visible portfolio.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828800"/>
            <a:ext cx="2560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11880" y="1828800"/>
            <a:ext cx="82296" cy="265176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2011680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Faculty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487168"/>
            <a:ext cx="2148839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Review project progress and learning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560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82296" cy="2651760"/>
          </a:xfrm>
          <a:prstGeom prst="rect">
            <a:avLst/>
          </a:prstGeom>
          <a:solidFill>
            <a:srgbClr val="78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2011680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Recruiters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487168"/>
            <a:ext cx="2148839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Explore student skills and practical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828800"/>
            <a:ext cx="21945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89720" y="1828800"/>
            <a:ext cx="82296" cy="2651760"/>
          </a:xfrm>
          <a:prstGeom prst="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0" y="2011680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Peers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487168"/>
            <a:ext cx="178308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Discover ideas and learn from examples.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5. 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Main functions of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Project submission: title, description, category, technologies, and author details.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Repository and demo links: GitHub URL, deployed website, or video demonstration.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Project gallery: clean cards with key details and quick actions.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Search and filters: find work by technology, category, or keyword.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Project management: update or remove projects owned by the student.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6. 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From submission to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82296" cy="1143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2926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2926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Student signs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21214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D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8288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1828800"/>
            <a:ext cx="82296" cy="114300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2011680"/>
            <a:ext cx="2926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87168"/>
            <a:ext cx="2926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Adds project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21214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D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8288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0" y="1828800"/>
            <a:ext cx="82296" cy="1143000"/>
          </a:xfrm>
          <a:prstGeom prst="rect">
            <a:avLst/>
          </a:prstGeom>
          <a:solidFill>
            <a:srgbClr val="78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2011680"/>
            <a:ext cx="2926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487168"/>
            <a:ext cx="2926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Backend validates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5204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3520440"/>
            <a:ext cx="82296" cy="114300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3703320"/>
            <a:ext cx="2926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178808"/>
            <a:ext cx="2926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Database stores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38130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D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35204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17720" y="3520440"/>
            <a:ext cx="82296" cy="114300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3703320"/>
            <a:ext cx="2926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178808"/>
            <a:ext cx="2926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Showcase displays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381304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2D69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52044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412480" y="3520440"/>
            <a:ext cx="82296" cy="1143000"/>
          </a:xfrm>
          <a:prstGeom prst="rect">
            <a:avLst/>
          </a:prstGeom>
          <a:solidFill>
            <a:srgbClr val="78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1080" y="3703320"/>
            <a:ext cx="2926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178808"/>
            <a:ext cx="2926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Visitors search and explore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5F6E82"/>
                </a:solidFill>
                <a:latin typeface="Aptos"/>
              </a:defRPr>
            </a:pPr>
            <a:r>
              <a:t>A simple workflow keeps publishing and discovering projects straightforward.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7.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Suggested MERN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82296" cy="2468880"/>
          </a:xfrm>
          <a:prstGeom prst="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2148839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Stores student and project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288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828800"/>
            <a:ext cx="82296" cy="246888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2011680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87168"/>
            <a:ext cx="2148839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Provides backend routes and APIs.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5603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82296" cy="246888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011680"/>
            <a:ext cx="21488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87168"/>
            <a:ext cx="2148839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Builds the interactive user interface.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828800"/>
            <a:ext cx="2377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1828800"/>
            <a:ext cx="82296" cy="2468880"/>
          </a:xfrm>
          <a:prstGeom prst="rect">
            <a:avLst/>
          </a:prstGeom>
          <a:solidFill>
            <a:srgbClr val="78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2011680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487168"/>
            <a:ext cx="19659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Runs server-side application logic.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F6E82"/>
                </a:solidFill>
                <a:latin typeface="Aptos"/>
              </a:defRPr>
            </a:pPr>
            <a:r>
              <a:t>Optional tools: GitHub for source code, Vercel/Netlify for frontend hosting, and Render for backend hosting.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8. Project 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Example fields stored for each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36576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764792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9BE"/>
                </a:solidFill>
                <a:latin typeface="Aptos"/>
              </a:defRPr>
            </a:pPr>
            <a:r>
              <a:t>projectTitle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764792"/>
            <a:ext cx="621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748"/>
                </a:solidFill>
                <a:latin typeface="Aptos"/>
              </a:defRPr>
            </a:pPr>
            <a:r>
              <a:t>Name of the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50008"/>
            <a:ext cx="36576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9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423160"/>
            <a:ext cx="621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748"/>
                </a:solidFill>
                <a:latin typeface="Aptos"/>
              </a:defRPr>
            </a:pPr>
            <a:r>
              <a:t>Problem solved and 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08376"/>
            <a:ext cx="36576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08152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9BE"/>
                </a:solidFill>
                <a:latin typeface="Aptos"/>
              </a:defRPr>
            </a:pPr>
            <a:r>
              <a:t>technologies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081528"/>
            <a:ext cx="621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748"/>
                </a:solidFill>
                <a:latin typeface="Aptos"/>
              </a:defRPr>
            </a:pPr>
            <a:r>
              <a:t>React, Python, MongoDB, etc.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66744"/>
            <a:ext cx="36576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739896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9BE"/>
                </a:solidFill>
                <a:latin typeface="Aptos"/>
              </a:defRPr>
            </a:pPr>
            <a:r>
              <a:t>githubUrl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739896"/>
            <a:ext cx="621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748"/>
                </a:solidFill>
                <a:latin typeface="Aptos"/>
              </a:defRPr>
            </a:pPr>
            <a:r>
              <a:t>Source-code repository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25112"/>
            <a:ext cx="36576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398264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9BE"/>
                </a:solidFill>
                <a:latin typeface="Aptos"/>
              </a:defRPr>
            </a:pPr>
            <a:r>
              <a:t>demoUrl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398264"/>
            <a:ext cx="621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748"/>
                </a:solidFill>
                <a:latin typeface="Aptos"/>
              </a:defRPr>
            </a:pPr>
            <a:r>
              <a:t>Live application or demo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983479"/>
            <a:ext cx="36576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056631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9BE"/>
                </a:solidFill>
                <a:latin typeface="Aptos"/>
              </a:defRPr>
            </a:pPr>
            <a:r>
              <a:t>studentName / rollNumber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5056631"/>
            <a:ext cx="621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748"/>
                </a:solidFill>
                <a:latin typeface="Aptos"/>
              </a:defRPr>
            </a:pPr>
            <a:r>
              <a:t>Project owner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9. Benefits and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Value created by a shared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Visibility: student work is organized and easy to access.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Skill development: students learn to document and present technical work.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Collaboration: classmates can discover ideas and reuse learning patterns responsibly.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Career readiness: projects can support resumes, interviews, and portfolios.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•  Academic support: faculty can review work more efficiently.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10. Security and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Important design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 Validate required fields and accept only well-formed project URLs.</a:t>
            </a:r>
          </a:p>
          <a:p>
            <a:pPr>
              <a:spcAft>
                <a:spcPts val="1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 Use authentication to protect project editing and deletion.</a:t>
            </a:r>
          </a:p>
          <a:p>
            <a:pPr>
              <a:spcAft>
                <a:spcPts val="1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 Store passwords securely using a standard password-hashing method if accounts are implemented.</a:t>
            </a:r>
          </a:p>
          <a:p>
            <a:pPr>
              <a:spcAft>
                <a:spcPts val="1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 Check permissions so users can edit only their own projects.</a:t>
            </a:r>
          </a:p>
          <a:p>
            <a:pPr>
              <a:spcAft>
                <a:spcPts val="1600"/>
              </a:spcAft>
              <a:defRPr sz="1800">
                <a:solidFill>
                  <a:srgbClr val="2D3748"/>
                </a:solidFill>
                <a:latin typeface="Aptos"/>
              </a:defRPr>
            </a:pPr>
            <a:r>
              <a:t>•  Show clear error messages and make the interface responsive and accessible.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341"/>
                </a:solidFill>
                <a:latin typeface="Aptos"/>
              </a:defRPr>
            </a:pPr>
            <a:r>
              <a:t>11.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How the platform can 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3550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E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291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82296" cy="246888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AI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28803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Suggest related projects based on topics and technologies.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82296" cy="2468880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Feedback &amp;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87168"/>
            <a:ext cx="28803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Allow mentors to provide structured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291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82296" cy="2468880"/>
          </a:xfrm>
          <a:prstGeom prst="rect">
            <a:avLst/>
          </a:prstGeom>
          <a:solidFill>
            <a:srgbClr val="786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341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87168"/>
            <a:ext cx="28803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F6E82"/>
                </a:solidFill>
                <a:latin typeface="Aptos"/>
              </a:defRPr>
            </a:pPr>
            <a:r>
              <a:t>Track views, popular technologies, and project trends.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5F6E82"/>
                </a:solidFill>
                <a:latin typeface="Aptos"/>
              </a:defRPr>
            </a:pPr>
            <a:r>
              <a:t>Other options: team collaboration, project status tracking, certificates, and college-wide showcases.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81328"/>
            <a:ext cx="1143000" cy="64008"/>
          </a:xfrm>
          <a:prstGeom prst="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A Student Project Showcase turns individual projects into a shared learning and discovery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9509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CDDCF0"/>
                </a:solidFill>
                <a:latin typeface="Aptos"/>
              </a:defRPr>
            </a:pPr>
            <a:r>
              <a:t>It helps students present real skills, supports faculty review, and makes useful ideas easier to find.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035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3CBED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53492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766</Words>
  <Application>Microsoft Office PowerPoint</Application>
  <PresentationFormat>Widescreen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Gaint Elephant</cp:lastModifiedBy>
  <cp:revision>2</cp:revision>
  <dcterms:created xsi:type="dcterms:W3CDTF">2013-01-27T09:14:16Z</dcterms:created>
  <dcterms:modified xsi:type="dcterms:W3CDTF">2026-10-10T08:14:59Z</dcterms:modified>
  <cp:category/>
</cp:coreProperties>
</file>